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3" r:id="rId9"/>
    <p:sldId id="262" r:id="rId10"/>
  </p:sldIdLst>
  <p:sldSz cx="12192000" cy="6858000"/>
  <p:notesSz cx="7102475" cy="10234613"/>
  <p:embeddedFontLst>
    <p:embeddedFont>
      <p:font typeface="Arial Black" panose="020B0A04020102020204" pitchFamily="34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jeXZ2NLPpyP3XemsoaRmjgGsP1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2D1F3E-43DA-4708-ACE1-E4A6E0CC16F6}" v="15" dt="2025-05-22T17:03:05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Aigner" userId="517b8edceb8ceb88" providerId="LiveId" clId="{3F2D1F3E-43DA-4708-ACE1-E4A6E0CC16F6}"/>
    <pc:docChg chg="custSel addSld modSld">
      <pc:chgData name="Florian Aigner" userId="517b8edceb8ceb88" providerId="LiveId" clId="{3F2D1F3E-43DA-4708-ACE1-E4A6E0CC16F6}" dt="2025-05-22T17:02:52.361" v="120" actId="20577"/>
      <pc:docMkLst>
        <pc:docMk/>
      </pc:docMkLst>
      <pc:sldChg chg="modSp mod">
        <pc:chgData name="Florian Aigner" userId="517b8edceb8ceb88" providerId="LiveId" clId="{3F2D1F3E-43DA-4708-ACE1-E4A6E0CC16F6}" dt="2025-05-18T18:27:29.046" v="93" actId="20577"/>
        <pc:sldMkLst>
          <pc:docMk/>
          <pc:sldMk cId="0" sldId="256"/>
        </pc:sldMkLst>
        <pc:spChg chg="mod">
          <ac:chgData name="Florian Aigner" userId="517b8edceb8ceb88" providerId="LiveId" clId="{3F2D1F3E-43DA-4708-ACE1-E4A6E0CC16F6}" dt="2025-05-18T18:27:29.046" v="93" actId="20577"/>
          <ac:spMkLst>
            <pc:docMk/>
            <pc:sldMk cId="0" sldId="256"/>
            <ac:spMk id="216" creationId="{00000000-0000-0000-0000-000000000000}"/>
          </ac:spMkLst>
        </pc:spChg>
        <pc:spChg chg="mod">
          <ac:chgData name="Florian Aigner" userId="517b8edceb8ceb88" providerId="LiveId" clId="{3F2D1F3E-43DA-4708-ACE1-E4A6E0CC16F6}" dt="2025-05-18T18:14:00.510" v="0" actId="20577"/>
          <ac:spMkLst>
            <pc:docMk/>
            <pc:sldMk cId="0" sldId="256"/>
            <ac:spMk id="217" creationId="{00000000-0000-0000-0000-000000000000}"/>
          </ac:spMkLst>
        </pc:spChg>
      </pc:sldChg>
      <pc:sldChg chg="modSp mod">
        <pc:chgData name="Florian Aigner" userId="517b8edceb8ceb88" providerId="LiveId" clId="{3F2D1F3E-43DA-4708-ACE1-E4A6E0CC16F6}" dt="2025-05-22T16:56:17.376" v="98" actId="20577"/>
        <pc:sldMkLst>
          <pc:docMk/>
          <pc:sldMk cId="0" sldId="258"/>
        </pc:sldMkLst>
        <pc:spChg chg="mod">
          <ac:chgData name="Florian Aigner" userId="517b8edceb8ceb88" providerId="LiveId" clId="{3F2D1F3E-43DA-4708-ACE1-E4A6E0CC16F6}" dt="2025-05-22T16:56:17.376" v="98" actId="20577"/>
          <ac:spMkLst>
            <pc:docMk/>
            <pc:sldMk cId="0" sldId="258"/>
            <ac:spMk id="232" creationId="{00000000-0000-0000-0000-000000000000}"/>
          </ac:spMkLst>
        </pc:spChg>
      </pc:sldChg>
      <pc:sldChg chg="addSp modSp mod">
        <pc:chgData name="Florian Aigner" userId="517b8edceb8ceb88" providerId="LiveId" clId="{3F2D1F3E-43DA-4708-ACE1-E4A6E0CC16F6}" dt="2025-05-18T18:26:48.615" v="46" actId="1076"/>
        <pc:sldMkLst>
          <pc:docMk/>
          <pc:sldMk cId="0" sldId="259"/>
        </pc:sldMkLst>
        <pc:spChg chg="mod">
          <ac:chgData name="Florian Aigner" userId="517b8edceb8ceb88" providerId="LiveId" clId="{3F2D1F3E-43DA-4708-ACE1-E4A6E0CC16F6}" dt="2025-05-18T18:26:46.231" v="45" actId="20577"/>
          <ac:spMkLst>
            <pc:docMk/>
            <pc:sldMk cId="0" sldId="259"/>
            <ac:spMk id="239" creationId="{00000000-0000-0000-0000-000000000000}"/>
          </ac:spMkLst>
        </pc:spChg>
        <pc:picChg chg="add mod">
          <ac:chgData name="Florian Aigner" userId="517b8edceb8ceb88" providerId="LiveId" clId="{3F2D1F3E-43DA-4708-ACE1-E4A6E0CC16F6}" dt="2025-05-18T18:26:48.615" v="46" actId="1076"/>
          <ac:picMkLst>
            <pc:docMk/>
            <pc:sldMk cId="0" sldId="259"/>
            <ac:picMk id="3" creationId="{50FC1D7E-8A46-1AF8-916D-9D6BE77BBD60}"/>
          </ac:picMkLst>
        </pc:picChg>
      </pc:sldChg>
      <pc:sldChg chg="modSp mod">
        <pc:chgData name="Florian Aigner" userId="517b8edceb8ceb88" providerId="LiveId" clId="{3F2D1F3E-43DA-4708-ACE1-E4A6E0CC16F6}" dt="2025-05-22T17:00:59.760" v="114" actId="20577"/>
        <pc:sldMkLst>
          <pc:docMk/>
          <pc:sldMk cId="0" sldId="260"/>
        </pc:sldMkLst>
        <pc:spChg chg="mod">
          <ac:chgData name="Florian Aigner" userId="517b8edceb8ceb88" providerId="LiveId" clId="{3F2D1F3E-43DA-4708-ACE1-E4A6E0CC16F6}" dt="2025-05-22T17:00:59.760" v="114" actId="20577"/>
          <ac:spMkLst>
            <pc:docMk/>
            <pc:sldMk cId="0" sldId="260"/>
            <ac:spMk id="246" creationId="{00000000-0000-0000-0000-000000000000}"/>
          </ac:spMkLst>
        </pc:spChg>
      </pc:sldChg>
      <pc:sldChg chg="modSp mod">
        <pc:chgData name="Florian Aigner" userId="517b8edceb8ceb88" providerId="LiveId" clId="{3F2D1F3E-43DA-4708-ACE1-E4A6E0CC16F6}" dt="2025-05-22T17:01:10.412" v="117" actId="20577"/>
        <pc:sldMkLst>
          <pc:docMk/>
          <pc:sldMk cId="0" sldId="261"/>
        </pc:sldMkLst>
        <pc:spChg chg="mod">
          <ac:chgData name="Florian Aigner" userId="517b8edceb8ceb88" providerId="LiveId" clId="{3F2D1F3E-43DA-4708-ACE1-E4A6E0CC16F6}" dt="2025-05-22T17:01:10.412" v="117" actId="20577"/>
          <ac:spMkLst>
            <pc:docMk/>
            <pc:sldMk cId="0" sldId="261"/>
            <ac:spMk id="253" creationId="{00000000-0000-0000-0000-000000000000}"/>
          </ac:spMkLst>
        </pc:spChg>
      </pc:sldChg>
      <pc:sldChg chg="modSp mod">
        <pc:chgData name="Florian Aigner" userId="517b8edceb8ceb88" providerId="LiveId" clId="{3F2D1F3E-43DA-4708-ACE1-E4A6E0CC16F6}" dt="2025-05-22T17:02:52.361" v="120" actId="20577"/>
        <pc:sldMkLst>
          <pc:docMk/>
          <pc:sldMk cId="0" sldId="262"/>
        </pc:sldMkLst>
        <pc:spChg chg="mod">
          <ac:chgData name="Florian Aigner" userId="517b8edceb8ceb88" providerId="LiveId" clId="{3F2D1F3E-43DA-4708-ACE1-E4A6E0CC16F6}" dt="2025-05-22T17:02:52.361" v="120" actId="20577"/>
          <ac:spMkLst>
            <pc:docMk/>
            <pc:sldMk cId="0" sldId="262"/>
            <ac:spMk id="260" creationId="{00000000-0000-0000-0000-000000000000}"/>
          </ac:spMkLst>
        </pc:spChg>
      </pc:sldChg>
      <pc:sldChg chg="delSp modSp add mod">
        <pc:chgData name="Florian Aigner" userId="517b8edceb8ceb88" providerId="LiveId" clId="{3F2D1F3E-43DA-4708-ACE1-E4A6E0CC16F6}" dt="2025-05-22T16:56:31.847" v="106" actId="20577"/>
        <pc:sldMkLst>
          <pc:docMk/>
          <pc:sldMk cId="967887070" sldId="264"/>
        </pc:sldMkLst>
        <pc:spChg chg="mod">
          <ac:chgData name="Florian Aigner" userId="517b8edceb8ceb88" providerId="LiveId" clId="{3F2D1F3E-43DA-4708-ACE1-E4A6E0CC16F6}" dt="2025-05-22T16:56:31.847" v="106" actId="20577"/>
          <ac:spMkLst>
            <pc:docMk/>
            <pc:sldMk cId="967887070" sldId="264"/>
            <ac:spMk id="239" creationId="{79365244-958B-176F-E1AA-9266E13CCAE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2725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2725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2" name="Google Shape;2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B395A239-F973-6CBA-88D1-AB8131146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:notes">
            <a:extLst>
              <a:ext uri="{FF2B5EF4-FFF2-40B4-BE49-F238E27FC236}">
                <a16:creationId xmlns:a16="http://schemas.microsoft.com/office/drawing/2014/main" id="{74AA1F4C-9B33-7180-134B-41D689898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3:notes">
            <a:extLst>
              <a:ext uri="{FF2B5EF4-FFF2-40B4-BE49-F238E27FC236}">
                <a16:creationId xmlns:a16="http://schemas.microsoft.com/office/drawing/2014/main" id="{639850CF-11D4-2C32-A871-2F7220300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72263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9b4ee6d59d_0_0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00" cy="40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3" name="Google Shape;243;g29b4ee6d5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6:notes"/>
          <p:cNvSpPr txBox="1">
            <a:spLocks noGrp="1"/>
          </p:cNvSpPr>
          <p:nvPr>
            <p:ph type="body" idx="1"/>
          </p:nvPr>
        </p:nvSpPr>
        <p:spPr>
          <a:xfrm>
            <a:off x="709613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7" name="Google Shape;2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">
  <p:cSld name="Titel / Schluss mit Log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8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8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/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314" y="555091"/>
            <a:ext cx="1932056" cy="136799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8"/>
          <p:cNvSpPr>
            <a:spLocks noGrp="1"/>
          </p:cNvSpPr>
          <p:nvPr>
            <p:ph type="pic" idx="2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8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">
  <p:cSld name="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">
  <p:cSld name="JKU Log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8239" y="1571812"/>
            <a:ext cx="7118139" cy="50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">
  <p:cSld name="Kapitel ohne Logo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  <a:defRPr sz="4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6" name="Google Shape;36;p11"/>
          <p:cNvPicPr preferRelativeResize="0"/>
          <p:nvPr/>
        </p:nvPicPr>
        <p:blipFill rotWithShape="1">
          <a:blip r:embed="rId2">
            <a:alphaModFix/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bersicht Kooperationen">
  <p:cSld name="Übersicht Kooperatione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>
            <a:spLocks noGrp="1"/>
          </p:cNvSpPr>
          <p:nvPr>
            <p:ph type="pic" idx="2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2"/>
          <p:cNvSpPr>
            <a:spLocks noGrp="1"/>
          </p:cNvSpPr>
          <p:nvPr>
            <p:ph type="pic" idx="3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2"/>
          <p:cNvSpPr>
            <a:spLocks noGrp="1"/>
          </p:cNvSpPr>
          <p:nvPr>
            <p:ph type="pic" idx="4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>
            <a:spLocks noGrp="1"/>
          </p:cNvSpPr>
          <p:nvPr>
            <p:ph type="pic" idx="5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2"/>
          <p:cNvSpPr>
            <a:spLocks noGrp="1"/>
          </p:cNvSpPr>
          <p:nvPr>
            <p:ph type="pic" idx="6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12"/>
          <p:cNvSpPr>
            <a:spLocks noGrp="1"/>
          </p:cNvSpPr>
          <p:nvPr>
            <p:ph type="pic" idx="7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2"/>
          <p:cNvSpPr>
            <a:spLocks noGrp="1"/>
          </p:cNvSpPr>
          <p:nvPr>
            <p:ph type="pic" idx="8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2"/>
          <p:cNvSpPr>
            <a:spLocks noGrp="1"/>
          </p:cNvSpPr>
          <p:nvPr>
            <p:ph type="pic" idx="9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2"/>
          <p:cNvSpPr>
            <a:spLocks noGrp="1"/>
          </p:cNvSpPr>
          <p:nvPr>
            <p:ph type="pic" idx="13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bersicht">
  <p:cSld name="Übersich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 Black"/>
              <a:buNone/>
              <a:defRPr sz="1700"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4766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75"/>
              <a:buFont typeface="Arial"/>
              <a:buChar char="•"/>
              <a:defRPr sz="1500"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bild, schwarzer Text">
  <p:cSld name="Imagebild, schwarzer 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54057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bild, weißer Text">
  <p:cSld name="Imagebild, weißer 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15315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Black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gleiche">
  <p:cSld name="Vergleiche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osses Bild und Text">
  <p:cSld name="Grosses Bild u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>
            <a:spLocks noGrp="1"/>
          </p:cNvSpPr>
          <p:nvPr>
            <p:ph type="pic" idx="2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17"/>
          <p:cNvSpPr txBox="1">
            <a:spLocks noGrp="1"/>
          </p:cNvSpPr>
          <p:nvPr>
            <p:ph type="body" idx="3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rmeln">
  <p:cSld name="Formel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>
            <a:spLocks noGrp="1"/>
          </p:cNvSpPr>
          <p:nvPr>
            <p:ph type="pic" idx="2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">
  <p:cSld name="Video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>
            <a:spLocks noGrp="1"/>
          </p:cNvSpPr>
          <p:nvPr>
            <p:ph type="media" idx="2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83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80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8"/>
              <a:buNone/>
              <a:defRPr sz="750"/>
            </a:lvl2pPr>
            <a:lvl3pPr marL="1371600" lvl="2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38"/>
              <a:buNone/>
              <a:defRPr sz="750"/>
            </a:lvl3pPr>
            <a:lvl4pPr marL="1828800" lvl="3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"/>
              <a:buNone/>
              <a:defRPr sz="750"/>
            </a:lvl4pPr>
            <a:lvl5pPr marL="2286000" lvl="4" indent="-22860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8"/>
              <a:buNone/>
              <a:defRPr sz="7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kleine Bilder und Text">
  <p:cSld name="3 kleine Bilder und 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0"/>
          <p:cNvSpPr>
            <a:spLocks noGrp="1"/>
          </p:cNvSpPr>
          <p:nvPr>
            <p:ph type="pic" idx="2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0"/>
          <p:cNvSpPr>
            <a:spLocks noGrp="1"/>
          </p:cNvSpPr>
          <p:nvPr>
            <p:ph type="pic" idx="3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0"/>
          <p:cNvSpPr>
            <a:spLocks noGrp="1"/>
          </p:cNvSpPr>
          <p:nvPr>
            <p:ph type="pic" idx="4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0"/>
          <p:cNvSpPr/>
          <p:nvPr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0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chmales Bild und Text">
  <p:cSld name="Schmales Bild und 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576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1pPr>
            <a:lvl2pPr marL="914400" lvl="1" indent="-37147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50"/>
              <a:buChar char="◦"/>
              <a:defRPr/>
            </a:lvl2pPr>
            <a:lvl3pPr marL="1371600" lvl="2" indent="-32575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Char char="▪"/>
              <a:defRPr/>
            </a:lvl3pPr>
            <a:lvl4pPr marL="1828800" lvl="3" indent="-35433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Char char="-"/>
              <a:defRPr/>
            </a:lvl4pPr>
            <a:lvl5pPr marL="2286000" lvl="4" indent="-30289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Char char="◆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>
            <a:spLocks noGrp="1"/>
          </p:cNvSpPr>
          <p:nvPr>
            <p:ph type="pic" idx="2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er">
  <p:cSld name="Le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Allgemein">
  <p:cSld name="JKU Logo Allgemein">
    <p:bg>
      <p:bgPr>
        <a:solidFill>
          <a:schemeClr val="accent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Allgemein">
  <p:cSld name="Titel / Schluss mit Logo Allgemein">
    <p:bg>
      <p:bgPr>
        <a:solidFill>
          <a:schemeClr val="accen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4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4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4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30" name="Google Shape;130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Allgemein">
  <p:cSld name="Kapitel ohne Logo Allgemein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5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5" name="Google Shape;135;p25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6" name="Google Shape;13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5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5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TNF">
  <p:cSld name="JKU Logo TNF">
    <p:bg>
      <p:bgPr>
        <a:solidFill>
          <a:schemeClr val="accent2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TNF">
  <p:cSld name="Titel / Schluss mit Logo TNF">
    <p:bg>
      <p:bgPr>
        <a:solidFill>
          <a:schemeClr val="accen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4" name="Google Shape;144;p27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7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27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48" name="Google Shape;148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TNF">
  <p:cSld name="Kapitel ohne Logo TNF"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8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SOWI">
  <p:cSld name="JKU Logo SOWI">
    <p:bg>
      <p:bgPr>
        <a:solidFill>
          <a:schemeClr val="accent4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SOWI">
  <p:cSld name="Titel / Schluss mit Logo SOWI">
    <p:bg>
      <p:bgPr>
        <a:solidFill>
          <a:schemeClr val="accent4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2" name="Google Shape;162;p30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30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0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30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66" name="Google Shape;16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SOWI">
  <p:cSld name="Kapitel ohne Logo SOWI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1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1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1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RE">
  <p:cSld name="JKU Logo RE">
    <p:bg>
      <p:bgPr>
        <a:solidFill>
          <a:schemeClr val="accent5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RE">
  <p:cSld name="Titel / Schluss mit Logo RE">
    <p:bg>
      <p:bgPr>
        <a:solidFill>
          <a:schemeClr val="accent5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0" name="Google Shape;180;p33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3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3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33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184" name="Google Shape;184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RE">
  <p:cSld name="Kapitel ohne Logo RE">
    <p:bg>
      <p:bgPr>
        <a:solidFill>
          <a:schemeClr val="lt1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4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0" name="Google Shape;190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4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4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34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JKU Logo MED">
  <p:cSld name="JKU Logo MED">
    <p:bg>
      <p:bgPr>
        <a:solidFill>
          <a:schemeClr val="accent6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39600" y="1573200"/>
            <a:ext cx="7118139" cy="503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el / Schluss mit Logo MED">
  <p:cSld name="Titel / Schluss mit Logo MED">
    <p:bg>
      <p:bgPr>
        <a:solidFill>
          <a:schemeClr val="accent6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98" name="Google Shape;198;p36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2226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36"/>
          <p:cNvSpPr txBox="1"/>
          <p:nvPr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JOHANNES KEPLER UNIVERSITÄT LINZ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Altenberger Straße 69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4040 Linz, Österreich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jku.at</a:t>
            </a:r>
            <a:endParaRPr sz="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6"/>
          <p:cNvSpPr>
            <a:spLocks noGrp="1"/>
          </p:cNvSpPr>
          <p:nvPr>
            <p:ph type="pic" idx="2"/>
          </p:nvPr>
        </p:nvSpPr>
        <p:spPr>
          <a:xfrm>
            <a:off x="10151559" y="2514417"/>
            <a:ext cx="1468800" cy="1085721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36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</p:sp>
      <p:pic>
        <p:nvPicPr>
          <p:cNvPr id="202" name="Google Shape;20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02001" y="554400"/>
            <a:ext cx="1932066" cy="13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 ohne Logo MED">
  <p:cSld name="Kapitel ohne Logo MED">
    <p:bg>
      <p:bgPr>
        <a:solidFill>
          <a:schemeClr val="lt1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/>
          <p:nvPr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7"/>
          <p:cNvSpPr txBox="1">
            <a:spLocks noGrp="1"/>
          </p:cNvSpPr>
          <p:nvPr>
            <p:ph type="subTitle" idx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000"/>
            </a:lvl2pPr>
            <a:lvl3pPr lvl="2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None/>
              <a:defRPr sz="1800"/>
            </a:lvl3pPr>
            <a:lvl4pPr lvl="3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1600"/>
            </a:lvl4pPr>
            <a:lvl5pPr lvl="4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7" name="Google Shape;207;p37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11152530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 Black"/>
              <a:buNone/>
              <a:defRPr sz="45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8" name="Google Shape;208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7071" y="3231115"/>
            <a:ext cx="2196000" cy="21960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3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3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  <a:defRPr sz="30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dt" idx="10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ft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sldNum" idx="12"/>
          </p:nvPr>
        </p:nvSpPr>
        <p:spPr>
          <a:xfrm>
            <a:off x="11020654" y="6358497"/>
            <a:ext cx="685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  <p:pic>
        <p:nvPicPr>
          <p:cNvPr id="14" name="Google Shape;14;p7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70583" y="6351235"/>
            <a:ext cx="2717806" cy="32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73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◦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575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433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rial"/>
              <a:buChar char="-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2895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Noto Sans Symbols"/>
              <a:buChar char="◆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ku-win-se/teaching-2025.ss.prse.braeuer.team2/milestone/3?closed=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jku-win-se/teaching-2025.ss.prse.braeuer.team2/milestone/5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ku-win-se/teaching-2025.ss.prse.braeuer.team2/blob/main/docs/Testplan.m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ku-win-se/teaching-2025.ss.prse.braeuer.team2/blob/main/docs/systemdoku.md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jku-win-se/teaching-2025.ss.prse.braeuer.team2/blob/main/docs/benutzerdoku.md" TargetMode="External"/><Relationship Id="rId4" Type="http://schemas.openxmlformats.org/officeDocument/2006/relationships/hyperlink" Target="https://github.com/jku-win-se/teaching-2025.ss.prse.braeuer.team2/blob/main/docs/Javadoc%20f%C3%BCr%20wichtigste%20Klassen.md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ku-win-se/teaching-2025.ss.prse.braeuer.team2/milestone/5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"/>
          <p:cNvSpPr txBox="1">
            <a:spLocks noGrp="1"/>
          </p:cNvSpPr>
          <p:nvPr>
            <p:ph type="subTitle" idx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de-AT" dirty="0"/>
              <a:t>Aigner Florian, Mayr Lukas, Wall Nico</a:t>
            </a:r>
            <a:endParaRPr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endParaRPr dirty="0"/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</a:pPr>
            <a:r>
              <a:rPr lang="en-US" dirty="0" err="1"/>
              <a:t>Praktikum</a:t>
            </a:r>
            <a:r>
              <a:rPr lang="en-US" dirty="0"/>
              <a:t> Software Engineering – WS 2025</a:t>
            </a:r>
            <a:endParaRPr dirty="0"/>
          </a:p>
        </p:txBody>
      </p:sp>
      <p:sp>
        <p:nvSpPr>
          <p:cNvPr id="217" name="Google Shape;217;p1"/>
          <p:cNvSpPr txBox="1">
            <a:spLocks noGrp="1"/>
          </p:cNvSpPr>
          <p:nvPr>
            <p:ph type="title"/>
          </p:nvPr>
        </p:nvSpPr>
        <p:spPr>
          <a:xfrm>
            <a:off x="475590" y="1307110"/>
            <a:ext cx="9226724" cy="2009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 Black"/>
              <a:buNone/>
            </a:pPr>
            <a:r>
              <a:rPr lang="en-US" dirty="0"/>
              <a:t>Release 3</a:t>
            </a:r>
            <a:br>
              <a:rPr lang="en-US" dirty="0"/>
            </a:br>
            <a:r>
              <a:rPr lang="en-US" dirty="0"/>
              <a:t>Team 2</a:t>
            </a:r>
            <a:endParaRPr dirty="0"/>
          </a:p>
        </p:txBody>
      </p:sp>
      <p:sp>
        <p:nvSpPr>
          <p:cNvPr id="218" name="Google Shape;218;p1"/>
          <p:cNvSpPr>
            <a:spLocks noGrp="1"/>
          </p:cNvSpPr>
          <p:nvPr>
            <p:ph type="pic" idx="2"/>
          </p:nvPr>
        </p:nvSpPr>
        <p:spPr>
          <a:xfrm>
            <a:off x="10151559" y="2516799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9" name="Google Shape;219;p1"/>
          <p:cNvSpPr>
            <a:spLocks noGrp="1"/>
          </p:cNvSpPr>
          <p:nvPr>
            <p:ph type="pic" idx="3"/>
          </p:nvPr>
        </p:nvSpPr>
        <p:spPr>
          <a:xfrm>
            <a:off x="10151745" y="4039231"/>
            <a:ext cx="1468800" cy="1085721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Präsentation Release 3 - Agenda</a:t>
            </a:r>
            <a:endParaRPr/>
          </a:p>
        </p:txBody>
      </p:sp>
      <p:sp>
        <p:nvSpPr>
          <p:cNvPr id="225" name="Google Shape;225;p2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Aktueller Stand der: </a:t>
            </a:r>
          </a:p>
          <a:p>
            <a:pPr marL="914400" lvl="1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de-DE" dirty="0"/>
              <a:t>Implementierung (inkl. Demo)</a:t>
            </a:r>
          </a:p>
          <a:p>
            <a:pPr marL="914400" lvl="1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de-DE" dirty="0"/>
              <a:t>Tests und Analyse der Codequalität</a:t>
            </a:r>
          </a:p>
          <a:p>
            <a:pPr marL="914400" lvl="1" indent="-381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◦"/>
            </a:pPr>
            <a:r>
              <a:rPr lang="de-DE" dirty="0"/>
              <a:t>Projektdokumentation</a:t>
            </a:r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Sprint Retro</a:t>
            </a:r>
          </a:p>
          <a:p>
            <a:pPr marL="216000" indent="-216000">
              <a:buSzPts val="2400"/>
            </a:pPr>
            <a:r>
              <a:rPr lang="en-US" dirty="0" err="1"/>
              <a:t>Einsatz</a:t>
            </a:r>
            <a:r>
              <a:rPr lang="en-US" dirty="0"/>
              <a:t> von KI</a:t>
            </a:r>
            <a:endParaRPr dirty="0"/>
          </a:p>
          <a:p>
            <a:pPr marL="21600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 err="1"/>
              <a:t>Planung</a:t>
            </a:r>
            <a:r>
              <a:rPr lang="en-US" dirty="0"/>
              <a:t> für die finale </a:t>
            </a:r>
            <a:r>
              <a:rPr lang="en-US" dirty="0" err="1"/>
              <a:t>Abgabe</a:t>
            </a:r>
            <a:endParaRPr dirty="0"/>
          </a:p>
        </p:txBody>
      </p:sp>
      <p:sp>
        <p:nvSpPr>
          <p:cNvPr id="226" name="Google Shape;226;p2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de-DE" dirty="0"/>
              <a:t>Aktueller Stand der Implementierung (inkl. Demo)</a:t>
            </a:r>
            <a:endParaRPr dirty="0"/>
          </a:p>
        </p:txBody>
      </p:sp>
      <p:sp>
        <p:nvSpPr>
          <p:cNvPr id="232" name="Google Shape;232;p4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Was wurde umgesetzt?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Wie wurde die Aufteilung vorgenommen?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>
                <a:hlinkClick r:id="rId3"/>
              </a:rPr>
              <a:t>Milestone 3</a:t>
            </a: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Welche User-Stories wurden angelegt?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Welche neuen Tasks wurden angelegt?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>
                <a:hlinkClick r:id="rId4"/>
              </a:rPr>
              <a:t>Abschluss</a:t>
            </a: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Demo der Applikation</a:t>
            </a:r>
          </a:p>
        </p:txBody>
      </p:sp>
      <p:sp>
        <p:nvSpPr>
          <p:cNvPr id="233" name="Google Shape;233;p4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de-DE" dirty="0"/>
              <a:t>Tests und Analyse der Codequalität</a:t>
            </a:r>
            <a:endParaRPr dirty="0"/>
          </a:p>
        </p:txBody>
      </p:sp>
      <p:sp>
        <p:nvSpPr>
          <p:cNvPr id="239" name="Google Shape;239;p3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Wie ist die Testabdeckung im Projekt?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de-DE" dirty="0"/>
          </a:p>
        </p:txBody>
      </p:sp>
      <p:sp>
        <p:nvSpPr>
          <p:cNvPr id="240" name="Google Shape;240;p3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0FC1D7E-8A46-1AF8-916D-9D6BE77BB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74" y="2066842"/>
            <a:ext cx="9153525" cy="36262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76BD46BB-70DE-336B-4516-B5574CD7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">
            <a:extLst>
              <a:ext uri="{FF2B5EF4-FFF2-40B4-BE49-F238E27FC236}">
                <a16:creationId xmlns:a16="http://schemas.microsoft.com/office/drawing/2014/main" id="{D651EBA7-9DF0-3B88-7F11-0EA7B56672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de-DE" dirty="0"/>
              <a:t>Tests und Analyse der Codequalität</a:t>
            </a:r>
            <a:endParaRPr dirty="0"/>
          </a:p>
        </p:txBody>
      </p:sp>
      <p:sp>
        <p:nvSpPr>
          <p:cNvPr id="239" name="Google Shape;239;p3">
            <a:extLst>
              <a:ext uri="{FF2B5EF4-FFF2-40B4-BE49-F238E27FC236}">
                <a16:creationId xmlns:a16="http://schemas.microsoft.com/office/drawing/2014/main" id="{79365244-958B-176F-E1AA-9266E13CCA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Welche Sonderfälle wurden abgeprüft?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>
                <a:hlinkClick r:id="rId3"/>
              </a:rPr>
              <a:t>Tests</a:t>
            </a: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Beispiele von analysierten Codestellen. (“Best-</a:t>
            </a:r>
            <a:r>
              <a:rPr lang="de-DE" dirty="0" err="1"/>
              <a:t>of</a:t>
            </a:r>
            <a:r>
              <a:rPr lang="de-DE" dirty="0"/>
              <a:t> PMD </a:t>
            </a:r>
            <a:r>
              <a:rPr lang="de-DE" dirty="0" err="1"/>
              <a:t>Findings</a:t>
            </a:r>
            <a:r>
              <a:rPr lang="de-DE" dirty="0"/>
              <a:t>”) </a:t>
            </a:r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errors</a:t>
            </a:r>
            <a:r>
              <a:rPr lang="de-DE" dirty="0"/>
              <a:t> </a:t>
            </a:r>
            <a:r>
              <a:rPr lang="de-DE" dirty="0" err="1"/>
              <a:t>occured</a:t>
            </a:r>
            <a:endParaRPr lang="de-DE" dirty="0"/>
          </a:p>
        </p:txBody>
      </p:sp>
      <p:sp>
        <p:nvSpPr>
          <p:cNvPr id="240" name="Google Shape;240;p3">
            <a:extLst>
              <a:ext uri="{FF2B5EF4-FFF2-40B4-BE49-F238E27FC236}">
                <a16:creationId xmlns:a16="http://schemas.microsoft.com/office/drawing/2014/main" id="{BF8D581B-A39F-5E7F-19BB-C16982CADE1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8870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9b4ee6d59d_0_0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300" cy="9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de-DE" dirty="0"/>
              <a:t>Projektdokumentation</a:t>
            </a:r>
            <a:endParaRPr dirty="0"/>
          </a:p>
        </p:txBody>
      </p:sp>
      <p:sp>
        <p:nvSpPr>
          <p:cNvPr id="246" name="Google Shape;246;g29b4ee6d59d_0_0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900" cy="45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/>
              <a:t>Systemarchitektur</a:t>
            </a:r>
          </a:p>
          <a:p>
            <a:pPr marL="673200" lvl="1" indent="-216000">
              <a:lnSpc>
                <a:spcPct val="150000"/>
              </a:lnSpc>
              <a:buSzPts val="2400"/>
              <a:buChar char="•"/>
            </a:pPr>
            <a:r>
              <a:rPr lang="de-DE" dirty="0" err="1">
                <a:hlinkClick r:id="rId3"/>
              </a:rPr>
              <a:t>Systemdoku</a:t>
            </a:r>
            <a:endParaRPr lang="de-DE" dirty="0"/>
          </a:p>
          <a:p>
            <a:pPr marL="673200" lvl="1" indent="-216000">
              <a:lnSpc>
                <a:spcPct val="150000"/>
              </a:lnSpc>
              <a:buSzPts val="2400"/>
              <a:buFont typeface="Arial"/>
              <a:buChar char="•"/>
            </a:pPr>
            <a:r>
              <a:rPr lang="de-DE" sz="2000" dirty="0" err="1">
                <a:hlinkClick r:id="rId4"/>
              </a:rPr>
              <a:t>Javadoc</a:t>
            </a:r>
            <a:endParaRPr lang="de-DE" sz="2000" dirty="0"/>
          </a:p>
          <a:p>
            <a:pPr marL="673200" lvl="1" indent="-216000">
              <a:lnSpc>
                <a:spcPct val="150000"/>
              </a:lnSpc>
              <a:buSzPts val="2400"/>
              <a:buFont typeface="Arial"/>
              <a:buChar char="•"/>
            </a:pPr>
            <a:endParaRPr lang="de-DE" dirty="0"/>
          </a:p>
          <a:p>
            <a:pPr marL="216000" lvl="0" indent="-216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dirty="0" err="1"/>
              <a:t>Benutzerdokumenation</a:t>
            </a:r>
            <a:endParaRPr lang="de-DE" dirty="0"/>
          </a:p>
          <a:p>
            <a:pPr marL="673200" lvl="1" indent="-216000">
              <a:lnSpc>
                <a:spcPct val="150000"/>
              </a:lnSpc>
              <a:buSzPts val="2400"/>
              <a:buChar char="•"/>
            </a:pPr>
            <a:r>
              <a:rPr lang="de-DE" dirty="0" err="1">
                <a:hlinkClick r:id="rId5"/>
              </a:rPr>
              <a:t>Benutzerdoku</a:t>
            </a:r>
            <a:endParaRPr lang="de-DE" dirty="0"/>
          </a:p>
          <a:p>
            <a:pPr marL="673200" lvl="1" indent="-216000">
              <a:lnSpc>
                <a:spcPct val="150000"/>
              </a:lnSpc>
              <a:buSzPts val="2400"/>
              <a:buChar char="•"/>
            </a:pPr>
            <a:endParaRPr lang="de-DE"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de-DE" dirty="0"/>
          </a:p>
        </p:txBody>
      </p:sp>
      <p:sp>
        <p:nvSpPr>
          <p:cNvPr id="247" name="Google Shape;247;g29b4ee6d59d_0_0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900" cy="2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Sprint Retro</a:t>
            </a:r>
            <a:endParaRPr/>
          </a:p>
        </p:txBody>
      </p:sp>
      <p:sp>
        <p:nvSpPr>
          <p:cNvPr id="253" name="Google Shape;253;p5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marR="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Gab es </a:t>
            </a:r>
            <a:r>
              <a:rPr lang="en-US" dirty="0" err="1"/>
              <a:t>gröbere</a:t>
            </a:r>
            <a:r>
              <a:rPr lang="en-US" dirty="0"/>
              <a:t> Probleme (</a:t>
            </a:r>
            <a:r>
              <a:rPr lang="en-US" dirty="0" err="1"/>
              <a:t>Planung</a:t>
            </a:r>
            <a:r>
              <a:rPr lang="en-US" dirty="0"/>
              <a:t>, </a:t>
            </a:r>
            <a:r>
              <a:rPr lang="en-US" dirty="0" err="1"/>
              <a:t>Implementierung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 …)</a:t>
            </a:r>
          </a:p>
          <a:p>
            <a:pPr marL="216000" marR="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de-AT" dirty="0"/>
              <a:t>/</a:t>
            </a:r>
            <a:endParaRPr dirty="0"/>
          </a:p>
          <a:p>
            <a:pPr marL="216000" marR="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Was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in </a:t>
            </a:r>
            <a:r>
              <a:rPr lang="en-US" dirty="0" err="1"/>
              <a:t>diesem</a:t>
            </a:r>
            <a:r>
              <a:rPr lang="en-US" dirty="0"/>
              <a:t> Sprint </a:t>
            </a:r>
            <a:r>
              <a:rPr lang="en-US" dirty="0" err="1"/>
              <a:t>gelernt</a:t>
            </a:r>
            <a:r>
              <a:rPr lang="en-US" dirty="0"/>
              <a:t>?</a:t>
            </a:r>
          </a:p>
          <a:p>
            <a:pPr marL="216000" marR="0" lvl="0" indent="-216000" algn="l" rtl="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SzPts val="2400"/>
              <a:buChar char="•"/>
            </a:pPr>
            <a:r>
              <a:rPr lang="en-US" dirty="0"/>
              <a:t>/</a:t>
            </a:r>
            <a:endParaRPr dirty="0"/>
          </a:p>
        </p:txBody>
      </p:sp>
      <p:sp>
        <p:nvSpPr>
          <p:cNvPr id="254" name="Google Shape;254;p5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69FE-138F-F444-41AA-25E4F72B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Einsatz</a:t>
            </a:r>
            <a:r>
              <a:rPr lang="en-US" dirty="0"/>
              <a:t> von KI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C489F-9B79-FA20-058B-DC9F269149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Wurde</a:t>
            </a:r>
            <a:r>
              <a:rPr lang="en-US" dirty="0"/>
              <a:t> KI </a:t>
            </a:r>
            <a:r>
              <a:rPr lang="en-US" dirty="0" err="1"/>
              <a:t>eingesetzt</a:t>
            </a:r>
            <a:r>
              <a:rPr lang="en-US" dirty="0"/>
              <a:t>? </a:t>
            </a:r>
          </a:p>
          <a:p>
            <a:r>
              <a:rPr lang="en-US" dirty="0"/>
              <a:t>Wenn ja:</a:t>
            </a:r>
          </a:p>
          <a:p>
            <a:pPr lvl="1"/>
            <a:r>
              <a:rPr lang="en-US" dirty="0"/>
              <a:t>Für </a:t>
            </a:r>
            <a:r>
              <a:rPr lang="en-US" dirty="0" err="1"/>
              <a:t>welchen</a:t>
            </a:r>
            <a:r>
              <a:rPr lang="en-US" dirty="0"/>
              <a:t> </a:t>
            </a:r>
            <a:r>
              <a:rPr lang="en-US" dirty="0" err="1"/>
              <a:t>Anwendungsfall</a:t>
            </a:r>
            <a:r>
              <a:rPr lang="en-US" dirty="0"/>
              <a:t>? </a:t>
            </a:r>
          </a:p>
          <a:p>
            <a:pPr lvl="1"/>
            <a:r>
              <a:rPr lang="en-US" dirty="0"/>
              <a:t>Wie hat die KI-</a:t>
            </a:r>
            <a:r>
              <a:rPr lang="en-US" dirty="0" err="1"/>
              <a:t>Lösung</a:t>
            </a:r>
            <a:r>
              <a:rPr lang="en-US" dirty="0"/>
              <a:t> </a:t>
            </a:r>
            <a:r>
              <a:rPr lang="en-US" dirty="0" err="1"/>
              <a:t>geholfen</a:t>
            </a:r>
            <a:r>
              <a:rPr lang="en-US" dirty="0"/>
              <a:t>?</a:t>
            </a:r>
          </a:p>
          <a:p>
            <a:pPr lvl="1"/>
            <a:r>
              <a:rPr lang="en-US" dirty="0" err="1"/>
              <a:t>Entsprach</a:t>
            </a:r>
            <a:r>
              <a:rPr lang="en-US" dirty="0"/>
              <a:t> das </a:t>
            </a:r>
            <a:r>
              <a:rPr lang="en-US" dirty="0" err="1"/>
              <a:t>Ergebnis</a:t>
            </a:r>
            <a:r>
              <a:rPr lang="en-US" dirty="0"/>
              <a:t> </a:t>
            </a:r>
            <a:r>
              <a:rPr lang="en-US" dirty="0" err="1"/>
              <a:t>auch</a:t>
            </a:r>
            <a:r>
              <a:rPr lang="en-US" dirty="0"/>
              <a:t> den </a:t>
            </a:r>
            <a:r>
              <a:rPr lang="en-US" dirty="0" err="1"/>
              <a:t>Erwartungen</a:t>
            </a:r>
            <a:r>
              <a:rPr lang="en-US" dirty="0"/>
              <a:t>? </a:t>
            </a:r>
          </a:p>
          <a:p>
            <a:pPr lvl="1"/>
            <a:r>
              <a:rPr lang="en-US" dirty="0" err="1"/>
              <a:t>Wurden</a:t>
            </a:r>
            <a:r>
              <a:rPr lang="en-US" dirty="0"/>
              <a:t> die </a:t>
            </a:r>
            <a:r>
              <a:rPr lang="en-US" dirty="0" err="1"/>
              <a:t>generieren</a:t>
            </a:r>
            <a:r>
              <a:rPr lang="en-US" dirty="0"/>
              <a:t> </a:t>
            </a:r>
            <a:r>
              <a:rPr lang="en-US" dirty="0" err="1"/>
              <a:t>Artifakte</a:t>
            </a:r>
            <a:r>
              <a:rPr lang="en-US" dirty="0"/>
              <a:t> (Code, </a:t>
            </a:r>
            <a:r>
              <a:rPr lang="en-US" dirty="0" err="1"/>
              <a:t>Dokumenation</a:t>
            </a:r>
            <a:r>
              <a:rPr lang="en-US" dirty="0"/>
              <a:t>, User-Story, Tests, etc.) </a:t>
            </a:r>
            <a:r>
              <a:rPr lang="en-US" dirty="0" err="1"/>
              <a:t>als</a:t>
            </a:r>
            <a:r>
              <a:rPr lang="en-US" dirty="0"/>
              <a:t> KI-</a:t>
            </a:r>
            <a:r>
              <a:rPr lang="en-US" dirty="0" err="1"/>
              <a:t>generiert</a:t>
            </a:r>
            <a:r>
              <a:rPr lang="en-US" dirty="0"/>
              <a:t> </a:t>
            </a:r>
            <a:r>
              <a:rPr lang="en-US" dirty="0" err="1"/>
              <a:t>markiert</a:t>
            </a:r>
            <a:r>
              <a:rPr lang="en-US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D2E92-84E0-3528-AB07-5C5896B6F85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7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6"/>
          <p:cNvSpPr txBox="1"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 Black"/>
              <a:buNone/>
            </a:pPr>
            <a:r>
              <a:rPr lang="en-US"/>
              <a:t>Nächste Schritte &amp; Planung der finalen Abgabe</a:t>
            </a:r>
            <a:endParaRPr/>
          </a:p>
        </p:txBody>
      </p:sp>
      <p:sp>
        <p:nvSpPr>
          <p:cNvPr id="260" name="Google Shape;260;p6"/>
          <p:cNvSpPr txBox="1">
            <a:spLocks noGrp="1"/>
          </p:cNvSpPr>
          <p:nvPr>
            <p:ph type="body"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Kurzer </a:t>
            </a:r>
            <a:r>
              <a:rPr lang="en-US" dirty="0" err="1"/>
              <a:t>Überblick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den </a:t>
            </a:r>
            <a:r>
              <a:rPr lang="en-US" dirty="0" err="1"/>
              <a:t>weiteren</a:t>
            </a:r>
            <a:r>
              <a:rPr lang="en-US" dirty="0"/>
              <a:t> Plan und </a:t>
            </a:r>
            <a:r>
              <a:rPr lang="en-US" dirty="0" err="1"/>
              <a:t>nächste</a:t>
            </a:r>
            <a:r>
              <a:rPr lang="en-US" dirty="0"/>
              <a:t> </a:t>
            </a:r>
            <a:r>
              <a:rPr lang="en-US" dirty="0" err="1"/>
              <a:t>Schritte</a:t>
            </a:r>
            <a:r>
              <a:rPr lang="en-US" dirty="0"/>
              <a:t>.</a:t>
            </a:r>
          </a:p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AT">
                <a:hlinkClick r:id="rId3"/>
              </a:rPr>
              <a:t>Abschluss</a:t>
            </a:r>
            <a:endParaRPr lang="en-US" dirty="0"/>
          </a:p>
          <a:p>
            <a:pPr marL="216000" lvl="0" indent="-2160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endParaRPr dirty="0"/>
          </a:p>
        </p:txBody>
      </p:sp>
      <p:sp>
        <p:nvSpPr>
          <p:cNvPr id="261" name="Google Shape;261;p6"/>
          <p:cNvSpPr txBox="1">
            <a:spLocks noGrp="1"/>
          </p:cNvSpPr>
          <p:nvPr>
            <p:ph type="body" idx="2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JKU">
      <a:dk1>
        <a:srgbClr val="000000"/>
      </a:dk1>
      <a:lt1>
        <a:srgbClr val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rgbClr val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</Words>
  <Application>Microsoft Office PowerPoint</Application>
  <PresentationFormat>Breitbild</PresentationFormat>
  <Paragraphs>53</Paragraphs>
  <Slides>9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Noto Sans Symbols</vt:lpstr>
      <vt:lpstr>Arial Black</vt:lpstr>
      <vt:lpstr>Arial</vt:lpstr>
      <vt:lpstr>Office</vt:lpstr>
      <vt:lpstr>Release 3 Team 2</vt:lpstr>
      <vt:lpstr>Präsentation Release 3 - Agenda</vt:lpstr>
      <vt:lpstr>Aktueller Stand der Implementierung (inkl. Demo)</vt:lpstr>
      <vt:lpstr>Tests und Analyse der Codequalität</vt:lpstr>
      <vt:lpstr>Tests und Analyse der Codequalität</vt:lpstr>
      <vt:lpstr>Projektdokumentation</vt:lpstr>
      <vt:lpstr>Sprint Retro</vt:lpstr>
      <vt:lpstr>Einsatz von KI </vt:lpstr>
      <vt:lpstr>Nächste Schritte &amp; Planung der finalen Abgabe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Braeuer, Johannes</dc:creator>
  <cp:lastModifiedBy>Florian Aigner</cp:lastModifiedBy>
  <cp:revision>1</cp:revision>
  <dcterms:created xsi:type="dcterms:W3CDTF">2023-10-26T07:23:11Z</dcterms:created>
  <dcterms:modified xsi:type="dcterms:W3CDTF">2025-05-22T17:03:09Z</dcterms:modified>
</cp:coreProperties>
</file>