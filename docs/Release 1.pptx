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7102475" cy="10234613"/>
  <p:embeddedFontLst>
    <p:embeddedFont>
      <p:font typeface="Arial Black" panose="020B0A04020102020204" pitchFamily="34" charset="0"/>
      <p:regular r:id="rId10"/>
      <p:bold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RRebPKCvJe0HY3f3WWyYpc4Nw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7A98B2-5E73-4603-8D05-C62231475B4D}" v="3" dt="2025-04-11T10:10:43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Aigner" userId="517b8edceb8ceb88" providerId="LiveId" clId="{7E7A98B2-5E73-4603-8D05-C62231475B4D}"/>
    <pc:docChg chg="undo custSel modSld">
      <pc:chgData name="Florian Aigner" userId="517b8edceb8ceb88" providerId="LiveId" clId="{7E7A98B2-5E73-4603-8D05-C62231475B4D}" dt="2025-04-11T10:10:33.477" v="8" actId="14100"/>
      <pc:docMkLst>
        <pc:docMk/>
      </pc:docMkLst>
      <pc:sldChg chg="modSp mod">
        <pc:chgData name="Florian Aigner" userId="517b8edceb8ceb88" providerId="LiveId" clId="{7E7A98B2-5E73-4603-8D05-C62231475B4D}" dt="2025-04-11T10:10:33.477" v="8" actId="14100"/>
        <pc:sldMkLst>
          <pc:docMk/>
          <pc:sldMk cId="0" sldId="256"/>
        </pc:sldMkLst>
        <pc:spChg chg="mod">
          <ac:chgData name="Florian Aigner" userId="517b8edceb8ceb88" providerId="LiveId" clId="{7E7A98B2-5E73-4603-8D05-C62231475B4D}" dt="2025-04-11T10:10:33.477" v="8" actId="14100"/>
          <ac:spMkLst>
            <pc:docMk/>
            <pc:sldMk cId="0" sldId="256"/>
            <ac:spMk id="216" creationId="{00000000-0000-0000-0000-000000000000}"/>
          </ac:spMkLst>
        </pc:spChg>
      </pc:sldChg>
      <pc:sldChg chg="modSp mod">
        <pc:chgData name="Florian Aigner" userId="517b8edceb8ceb88" providerId="LiveId" clId="{7E7A98B2-5E73-4603-8D05-C62231475B4D}" dt="2025-04-08T16:19:18.319" v="6" actId="27636"/>
        <pc:sldMkLst>
          <pc:docMk/>
          <pc:sldMk cId="0" sldId="260"/>
        </pc:sldMkLst>
        <pc:spChg chg="mod">
          <ac:chgData name="Florian Aigner" userId="517b8edceb8ceb88" providerId="LiveId" clId="{7E7A98B2-5E73-4603-8D05-C62231475B4D}" dt="2025-04-08T16:19:18.319" v="6" actId="27636"/>
          <ac:spMkLst>
            <pc:docMk/>
            <pc:sldMk cId="0" sldId="260"/>
            <ac:spMk id="2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2725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">
  <p:cSld name="Titel / Schluss mit Log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8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314" y="555091"/>
            <a:ext cx="1932056" cy="136799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8"/>
          <p:cNvSpPr>
            <a:spLocks noGrp="1"/>
          </p:cNvSpPr>
          <p:nvPr>
            <p:ph type="pic" idx="2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8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">
  <p:cSld name="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">
  <p:cSld name="JKU Log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8239" y="1571812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">
  <p:cSld name="Kapitel ohne Log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11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bersicht Kooperationen">
  <p:cSld name="Übersicht Kooperatione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>
            <a:spLocks noGrp="1"/>
          </p:cNvSpPr>
          <p:nvPr>
            <p:ph type="pic" idx="2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2"/>
          <p:cNvSpPr>
            <a:spLocks noGrp="1"/>
          </p:cNvSpPr>
          <p:nvPr>
            <p:ph type="pic" idx="3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2"/>
          <p:cNvSpPr>
            <a:spLocks noGrp="1"/>
          </p:cNvSpPr>
          <p:nvPr>
            <p:ph type="pic" idx="4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>
            <a:spLocks noGrp="1"/>
          </p:cNvSpPr>
          <p:nvPr>
            <p:ph type="pic" idx="5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2"/>
          <p:cNvSpPr>
            <a:spLocks noGrp="1"/>
          </p:cNvSpPr>
          <p:nvPr>
            <p:ph type="pic" idx="6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2"/>
          <p:cNvSpPr>
            <a:spLocks noGrp="1"/>
          </p:cNvSpPr>
          <p:nvPr>
            <p:ph type="pic" idx="7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2"/>
          <p:cNvSpPr>
            <a:spLocks noGrp="1"/>
          </p:cNvSpPr>
          <p:nvPr>
            <p:ph type="pic" idx="8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2"/>
          <p:cNvSpPr>
            <a:spLocks noGrp="1"/>
          </p:cNvSpPr>
          <p:nvPr>
            <p:ph type="pic" idx="9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2"/>
          <p:cNvSpPr>
            <a:spLocks noGrp="1"/>
          </p:cNvSpPr>
          <p:nvPr>
            <p:ph type="pic" idx="13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bersicht">
  <p:cSld name="Übersich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 Black"/>
              <a:buNone/>
              <a:defRPr sz="1700"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766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  <a:defRPr sz="1500"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bild, schwarzer Text">
  <p:cSld name="Imagebild, schwarzer 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54057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bild, weißer Text">
  <p:cSld name="Imagebild, weißer 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5315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e">
  <p:cSld name="Vergleich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sses Bild und Text">
  <p:cSld name="Grosses Bild u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>
            <a:spLocks noGrp="1"/>
          </p:cNvSpPr>
          <p:nvPr>
            <p:ph type="pic" idx="2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7"/>
          <p:cNvSpPr txBox="1">
            <a:spLocks noGrp="1"/>
          </p:cNvSpPr>
          <p:nvPr>
            <p:ph type="body" idx="3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rmeln">
  <p:cSld name="Formel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>
            <a:spLocks noGrp="1"/>
          </p:cNvSpPr>
          <p:nvPr>
            <p:ph type="pic" idx="2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>
  <p:cSld name="Vide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>
            <a:spLocks noGrp="1"/>
          </p:cNvSpPr>
          <p:nvPr>
            <p:ph type="media" idx="2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kleine Bilder und Text">
  <p:cSld name="3 kleine Bilder und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>
            <a:spLocks noGrp="1"/>
          </p:cNvSpPr>
          <p:nvPr>
            <p:ph type="pic" idx="2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0"/>
          <p:cNvSpPr>
            <a:spLocks noGrp="1"/>
          </p:cNvSpPr>
          <p:nvPr>
            <p:ph type="pic" idx="3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0"/>
          <p:cNvSpPr>
            <a:spLocks noGrp="1"/>
          </p:cNvSpPr>
          <p:nvPr>
            <p:ph type="pic" idx="4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0"/>
          <p:cNvSpPr/>
          <p:nvPr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0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males Bild und Text">
  <p:cSld name="Schmales Bild und 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>
            <a:spLocks noGrp="1"/>
          </p:cNvSpPr>
          <p:nvPr>
            <p:ph type="pic" idx="2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Allgemein">
  <p:cSld name="JKU Logo Allgemein">
    <p:bg>
      <p:bgPr>
        <a:solidFill>
          <a:schemeClr val="accen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Allgemein">
  <p:cSld name="Titel / Schluss mit Logo Allgemein">
    <p:bg>
      <p:bgPr>
        <a:solidFill>
          <a:schemeClr val="accen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4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30" name="Google Shape;13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Allgemein">
  <p:cSld name="Kapitel ohne Logo Allgemein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TNF">
  <p:cSld name="JKU Logo TNF">
    <p:bg>
      <p:bgPr>
        <a:solidFill>
          <a:schemeClr val="accent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TNF">
  <p:cSld name="Titel / Schluss mit Logo TNF">
    <p:bg>
      <p:bgPr>
        <a:solidFill>
          <a:schemeClr val="accen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7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7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48" name="Google Shape;14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TNF">
  <p:cSld name="Kapitel ohne Logo TNF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8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SOWI">
  <p:cSld name="JKU Logo SOWI">
    <p:bg>
      <p:bgPr>
        <a:solidFill>
          <a:schemeClr val="accent4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SOWI">
  <p:cSld name="Titel / Schluss mit Logo SOWI">
    <p:bg>
      <p:bgPr>
        <a:solidFill>
          <a:schemeClr val="accent4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0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0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0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66" name="Google Shape;16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SOWI">
  <p:cSld name="Kapitel ohne Logo SOWI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RE">
  <p:cSld name="JKU Logo RE">
    <p:bg>
      <p:bgPr>
        <a:solidFill>
          <a:schemeClr val="accent5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RE">
  <p:cSld name="Titel / Schluss mit Logo RE">
    <p:bg>
      <p:bgPr>
        <a:solidFill>
          <a:schemeClr val="accent5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3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3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3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84" name="Google Shape;184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RE">
  <p:cSld name="Kapitel ohne Logo RE"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4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4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MED">
  <p:cSld name="JKU Logo MED">
    <p:bg>
      <p:bgPr>
        <a:solidFill>
          <a:schemeClr val="accent6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MED">
  <p:cSld name="Titel / Schluss mit Logo MED">
    <p:bg>
      <p:bgPr>
        <a:solidFill>
          <a:schemeClr val="accent6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6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/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6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6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202" name="Google Shape;20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MED">
  <p:cSld name="Kapitel ohne Logo MED">
    <p:bg>
      <p:bgPr>
        <a:solidFill>
          <a:schemeClr val="l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7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7" name="Google Shape;207;p37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8" name="Google Shape;2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 sz="3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  <p:pic>
        <p:nvPicPr>
          <p:cNvPr id="14" name="Google Shape;14;p7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70583" y="6351235"/>
            <a:ext cx="2717806" cy="3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73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575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433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28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ku-win-se/teaching-2025.ss.prse.braeuer.team2/milestone/1?closed=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flori\OneDrive\Desktop\Clockify_Time_Report_Detailed_01_01_2025-31_12_2025.xlsx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ku-win-se/teaching-2025.ss.prse.braeuer.team2/milestone/2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de-AT" dirty="0"/>
              <a:t>Aigner Florian, Mayr Lukas, Wall Nico</a:t>
            </a:r>
            <a:endParaRPr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endParaRPr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en-US" dirty="0" err="1"/>
              <a:t>Praktikum</a:t>
            </a:r>
            <a:r>
              <a:rPr lang="en-US" dirty="0"/>
              <a:t> Software Engineering – WS 2025</a:t>
            </a:r>
            <a:endParaRPr dirty="0"/>
          </a:p>
        </p:txBody>
      </p:sp>
      <p:sp>
        <p:nvSpPr>
          <p:cNvPr id="217" name="Google Shape;217;p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US" dirty="0"/>
              <a:t>Release 1</a:t>
            </a:r>
            <a:br>
              <a:rPr lang="en-US" dirty="0"/>
            </a:br>
            <a:r>
              <a:rPr lang="en-US" dirty="0"/>
              <a:t>Team 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Präsentation Release 1 - Agenda</a:t>
            </a:r>
            <a:endParaRPr/>
          </a:p>
        </p:txBody>
      </p:sp>
      <p:sp>
        <p:nvSpPr>
          <p:cNvPr id="225" name="Google Shape;225;p2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UML </a:t>
            </a:r>
            <a:r>
              <a:rPr lang="en-US" dirty="0" err="1"/>
              <a:t>Klassendiagramme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Aktueller</a:t>
            </a:r>
            <a:r>
              <a:rPr lang="en-US" dirty="0"/>
              <a:t> Stand der </a:t>
            </a:r>
            <a:r>
              <a:rPr lang="en-US" dirty="0" err="1"/>
              <a:t>Implementierung</a:t>
            </a:r>
            <a:r>
              <a:rPr lang="en-US" dirty="0"/>
              <a:t> (</a:t>
            </a:r>
            <a:r>
              <a:rPr lang="en-US" dirty="0" err="1"/>
              <a:t>inkl</a:t>
            </a:r>
            <a:r>
              <a:rPr lang="en-US" dirty="0"/>
              <a:t>. Demo)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Sprint Retro</a:t>
            </a:r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Einsatz</a:t>
            </a:r>
            <a:r>
              <a:rPr lang="en-US" dirty="0"/>
              <a:t> von KI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Planung</a:t>
            </a:r>
            <a:r>
              <a:rPr lang="en-US" dirty="0"/>
              <a:t> für Release 2</a:t>
            </a:r>
            <a:endParaRPr dirty="0"/>
          </a:p>
        </p:txBody>
      </p:sp>
      <p:sp>
        <p:nvSpPr>
          <p:cNvPr id="226" name="Google Shape;226;p2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UML Klassendiagramme</a:t>
            </a:r>
            <a:endParaRPr/>
          </a:p>
        </p:txBody>
      </p:sp>
      <p:sp>
        <p:nvSpPr>
          <p:cNvPr id="232" name="Google Shape;232;p3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Kurze</a:t>
            </a:r>
            <a:r>
              <a:rPr lang="en-US" dirty="0"/>
              <a:t> </a:t>
            </a:r>
            <a:r>
              <a:rPr lang="en-US" dirty="0" err="1"/>
              <a:t>Beschreibung</a:t>
            </a:r>
            <a:r>
              <a:rPr lang="en-US" dirty="0"/>
              <a:t> der </a:t>
            </a:r>
            <a:r>
              <a:rPr lang="en-US" dirty="0" err="1"/>
              <a:t>Diagramme</a:t>
            </a:r>
            <a:r>
              <a:rPr lang="en-US" dirty="0"/>
              <a:t>, </a:t>
            </a:r>
            <a:r>
              <a:rPr lang="en-US" dirty="0" err="1"/>
              <a:t>Architektur</a:t>
            </a:r>
            <a:r>
              <a:rPr lang="en-US" dirty="0"/>
              <a:t> und </a:t>
            </a:r>
            <a:r>
              <a:rPr lang="en-US" dirty="0" err="1"/>
              <a:t>geplanter</a:t>
            </a:r>
            <a:r>
              <a:rPr lang="en-US" dirty="0"/>
              <a:t> Aufbau der </a:t>
            </a:r>
            <a:r>
              <a:rPr lang="en-US" dirty="0" err="1"/>
              <a:t>Applikation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Kann </a:t>
            </a:r>
            <a:r>
              <a:rPr lang="en-US" dirty="0" err="1"/>
              <a:t>auch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UML </a:t>
            </a:r>
            <a:r>
              <a:rPr lang="en-US" dirty="0" err="1"/>
              <a:t>Werkzeug</a:t>
            </a:r>
            <a:r>
              <a:rPr lang="en-US" dirty="0"/>
              <a:t> </a:t>
            </a:r>
            <a:r>
              <a:rPr lang="en-US" dirty="0" err="1"/>
              <a:t>präsentiert</a:t>
            </a:r>
            <a:r>
              <a:rPr lang="en-US" dirty="0"/>
              <a:t> </a:t>
            </a:r>
            <a:r>
              <a:rPr lang="en-US" dirty="0" err="1"/>
              <a:t>werden</a:t>
            </a:r>
            <a:endParaRPr lang="en-US"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en-US" dirty="0"/>
          </a:p>
          <a:p>
            <a:pPr marL="0" lvl="0" indent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sp>
        <p:nvSpPr>
          <p:cNvPr id="233" name="Google Shape;233;p3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</a:pPr>
            <a:r>
              <a:rPr lang="de-DE" dirty="0"/>
              <a:t>Aktueller Stand der Implementierung (inkl. Demo)</a:t>
            </a:r>
          </a:p>
        </p:txBody>
      </p:sp>
      <p:sp>
        <p:nvSpPr>
          <p:cNvPr id="239" name="Google Shape;239;p4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Was </a:t>
            </a:r>
            <a:r>
              <a:rPr lang="en-US" dirty="0" err="1"/>
              <a:t>wurde</a:t>
            </a:r>
            <a:r>
              <a:rPr lang="en-US" dirty="0"/>
              <a:t> </a:t>
            </a:r>
            <a:r>
              <a:rPr lang="en-US" dirty="0" err="1"/>
              <a:t>umgesetzt</a:t>
            </a:r>
            <a:r>
              <a:rPr lang="en-US" dirty="0"/>
              <a:t>?</a:t>
            </a:r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de-DE" dirty="0"/>
              <a:t>Wie wurde die Aufteilung vorgenommen?</a:t>
            </a:r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 err="1"/>
              <a:t>Welche</a:t>
            </a:r>
            <a:r>
              <a:rPr lang="en-US" dirty="0"/>
              <a:t> User-Stories </a:t>
            </a:r>
            <a:r>
              <a:rPr lang="en-US" dirty="0" err="1"/>
              <a:t>wurden</a:t>
            </a:r>
            <a:r>
              <a:rPr lang="en-US" dirty="0"/>
              <a:t> </a:t>
            </a:r>
            <a:r>
              <a:rPr lang="en-US" dirty="0" err="1"/>
              <a:t>angelegt</a:t>
            </a:r>
            <a:r>
              <a:rPr lang="en-US" dirty="0"/>
              <a:t>?</a:t>
            </a:r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>
                <a:hlinkClick r:id="rId3"/>
              </a:rPr>
              <a:t>Milestone1</a:t>
            </a:r>
            <a:endParaRPr lang="en-US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Demo der </a:t>
            </a:r>
            <a:r>
              <a:rPr lang="en-US" dirty="0" err="1"/>
              <a:t>Applikation</a:t>
            </a:r>
            <a:endParaRPr dirty="0"/>
          </a:p>
        </p:txBody>
      </p:sp>
      <p:sp>
        <p:nvSpPr>
          <p:cNvPr id="240" name="Google Shape;240;p4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Sprint Retro</a:t>
            </a:r>
            <a:endParaRPr/>
          </a:p>
        </p:txBody>
      </p:sp>
      <p:sp>
        <p:nvSpPr>
          <p:cNvPr id="246" name="Google Shape;246;p5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 err="1"/>
              <a:t>Überblick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</a:t>
            </a:r>
            <a:r>
              <a:rPr lang="en-US" dirty="0" err="1"/>
              <a:t>gebuchte</a:t>
            </a:r>
            <a:r>
              <a:rPr lang="en-US" dirty="0"/>
              <a:t> </a:t>
            </a:r>
            <a:r>
              <a:rPr lang="en-US" dirty="0" err="1"/>
              <a:t>Stunden</a:t>
            </a:r>
            <a:endParaRPr lang="en-US" dirty="0"/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 err="1">
                <a:solidFill>
                  <a:srgbClr val="FF0000"/>
                </a:solidFill>
                <a:hlinkClick r:id="rId3" action="ppaction://hlinkfile"/>
              </a:rPr>
              <a:t>Clockify</a:t>
            </a:r>
            <a:endParaRPr dirty="0">
              <a:solidFill>
                <a:srgbClr val="FF0000"/>
              </a:solidFill>
            </a:endParaRPr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endParaRPr lang="en-US" dirty="0"/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/>
              <a:t>Gab es </a:t>
            </a:r>
            <a:r>
              <a:rPr lang="en-US" dirty="0" err="1"/>
              <a:t>gröbere</a:t>
            </a:r>
            <a:r>
              <a:rPr lang="en-US" dirty="0"/>
              <a:t> Probleme (</a:t>
            </a:r>
            <a:r>
              <a:rPr lang="en-US" dirty="0" err="1"/>
              <a:t>Planung</a:t>
            </a:r>
            <a:r>
              <a:rPr lang="en-US" dirty="0"/>
              <a:t>, </a:t>
            </a:r>
            <a:r>
              <a:rPr lang="en-US" dirty="0" err="1"/>
              <a:t>Implementierung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 …)</a:t>
            </a:r>
          </a:p>
          <a:p>
            <a:pPr marL="673200" lvl="1" indent="-216000">
              <a:lnSpc>
                <a:spcPct val="150000"/>
              </a:lnSpc>
              <a:buSzPts val="2400"/>
            </a:pPr>
            <a:r>
              <a:rPr lang="en-US" dirty="0" err="1"/>
              <a:t>JavaFx</a:t>
            </a:r>
            <a:r>
              <a:rPr lang="en-US" dirty="0"/>
              <a:t> Tests</a:t>
            </a:r>
          </a:p>
          <a:p>
            <a:pPr marL="673200" lvl="1" indent="-216000">
              <a:lnSpc>
                <a:spcPct val="150000"/>
              </a:lnSpc>
              <a:buSzPts val="2400"/>
            </a:pPr>
            <a:r>
              <a:rPr lang="en-US" dirty="0"/>
              <a:t>Mergen</a:t>
            </a:r>
          </a:p>
          <a:p>
            <a:pPr marL="673200" lvl="1" indent="-216000">
              <a:lnSpc>
                <a:spcPct val="150000"/>
              </a:lnSpc>
              <a:buSzPts val="2400"/>
            </a:pPr>
            <a:endParaRPr dirty="0"/>
          </a:p>
          <a:p>
            <a:pPr marL="216000" indent="-216000">
              <a:lnSpc>
                <a:spcPct val="150000"/>
              </a:lnSpc>
              <a:spcBef>
                <a:spcPts val="0"/>
              </a:spcBef>
              <a:buSzPts val="2400"/>
            </a:pPr>
            <a:r>
              <a:rPr lang="en-US" dirty="0"/>
              <a:t>Was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für Sprint 2 </a:t>
            </a:r>
            <a:r>
              <a:rPr lang="en-US" dirty="0" err="1"/>
              <a:t>gelernt</a:t>
            </a:r>
            <a:r>
              <a:rPr lang="en-US" dirty="0"/>
              <a:t>?</a:t>
            </a:r>
          </a:p>
          <a:p>
            <a:pPr marL="673200" lvl="1" indent="-216000">
              <a:lnSpc>
                <a:spcPct val="150000"/>
              </a:lnSpc>
              <a:buSzPts val="2400"/>
            </a:pPr>
            <a:r>
              <a:rPr lang="en-US" dirty="0"/>
              <a:t>Mehr intern </a:t>
            </a:r>
            <a:r>
              <a:rPr lang="en-US" dirty="0" err="1"/>
              <a:t>Abstimmen</a:t>
            </a:r>
            <a:endParaRPr lang="en-US" dirty="0"/>
          </a:p>
        </p:txBody>
      </p:sp>
      <p:sp>
        <p:nvSpPr>
          <p:cNvPr id="247" name="Google Shape;247;p5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69FE-138F-F444-41AA-25E4F72B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Einsatz</a:t>
            </a:r>
            <a:r>
              <a:rPr lang="en-US" dirty="0"/>
              <a:t> von KI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C489F-9B79-FA20-058B-DC9F26914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Wurde</a:t>
            </a:r>
            <a:r>
              <a:rPr lang="en-US" dirty="0"/>
              <a:t> KI </a:t>
            </a:r>
            <a:r>
              <a:rPr lang="en-US" dirty="0" err="1"/>
              <a:t>eingesetzt</a:t>
            </a:r>
            <a:r>
              <a:rPr lang="en-US" dirty="0"/>
              <a:t>? </a:t>
            </a:r>
          </a:p>
          <a:p>
            <a:r>
              <a:rPr lang="en-US" dirty="0"/>
              <a:t>Wenn ja:</a:t>
            </a:r>
          </a:p>
          <a:p>
            <a:pPr lvl="1"/>
            <a:r>
              <a:rPr lang="en-US" dirty="0"/>
              <a:t>Für </a:t>
            </a:r>
            <a:r>
              <a:rPr lang="en-US" dirty="0" err="1"/>
              <a:t>welchen</a:t>
            </a:r>
            <a:r>
              <a:rPr lang="en-US" dirty="0"/>
              <a:t> </a:t>
            </a:r>
            <a:r>
              <a:rPr lang="en-US" dirty="0" err="1"/>
              <a:t>Anwendungsfall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Wie hat die KI-</a:t>
            </a:r>
            <a:r>
              <a:rPr lang="en-US" dirty="0" err="1"/>
              <a:t>Lösung</a:t>
            </a:r>
            <a:r>
              <a:rPr lang="en-US" dirty="0"/>
              <a:t> </a:t>
            </a:r>
            <a:r>
              <a:rPr lang="en-US" dirty="0" err="1"/>
              <a:t>geholfen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Entsprach</a:t>
            </a:r>
            <a:r>
              <a:rPr lang="en-US" dirty="0"/>
              <a:t> das </a:t>
            </a:r>
            <a:r>
              <a:rPr lang="en-US" dirty="0" err="1"/>
              <a:t>Ergebnis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den </a:t>
            </a:r>
            <a:r>
              <a:rPr lang="en-US" dirty="0" err="1"/>
              <a:t>Erwartungen</a:t>
            </a:r>
            <a:r>
              <a:rPr lang="en-US" dirty="0"/>
              <a:t>? </a:t>
            </a:r>
          </a:p>
          <a:p>
            <a:pPr lvl="1"/>
            <a:r>
              <a:rPr lang="en-US" dirty="0" err="1"/>
              <a:t>Wurden</a:t>
            </a:r>
            <a:r>
              <a:rPr lang="en-US" dirty="0"/>
              <a:t> die </a:t>
            </a:r>
            <a:r>
              <a:rPr lang="en-US" dirty="0" err="1"/>
              <a:t>generieren</a:t>
            </a:r>
            <a:r>
              <a:rPr lang="en-US" dirty="0"/>
              <a:t> </a:t>
            </a:r>
            <a:r>
              <a:rPr lang="en-US" dirty="0" err="1"/>
              <a:t>Artifakte</a:t>
            </a:r>
            <a:r>
              <a:rPr lang="en-US" dirty="0"/>
              <a:t> (Code, </a:t>
            </a:r>
            <a:r>
              <a:rPr lang="en-US" dirty="0" err="1"/>
              <a:t>Dokumenation</a:t>
            </a:r>
            <a:r>
              <a:rPr lang="en-US" dirty="0"/>
              <a:t>, User-Story, Tests, etc.) </a:t>
            </a:r>
            <a:r>
              <a:rPr lang="en-US" dirty="0" err="1"/>
              <a:t>als</a:t>
            </a:r>
            <a:r>
              <a:rPr lang="en-US" dirty="0"/>
              <a:t> KI-</a:t>
            </a:r>
            <a:r>
              <a:rPr lang="en-US" dirty="0" err="1"/>
              <a:t>generiert</a:t>
            </a:r>
            <a:r>
              <a:rPr lang="en-US" dirty="0"/>
              <a:t> </a:t>
            </a:r>
            <a:r>
              <a:rPr lang="en-US" dirty="0" err="1"/>
              <a:t>markiert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D2E92-84E0-3528-AB07-5C5896B6F85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77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 dirty="0" err="1"/>
              <a:t>Planung</a:t>
            </a:r>
            <a:r>
              <a:rPr lang="en-US" dirty="0"/>
              <a:t> für Release 2</a:t>
            </a:r>
            <a:endParaRPr dirty="0"/>
          </a:p>
        </p:txBody>
      </p:sp>
      <p:sp>
        <p:nvSpPr>
          <p:cNvPr id="253" name="Google Shape;253;p6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Kurzer </a:t>
            </a:r>
            <a:r>
              <a:rPr lang="en-US" dirty="0" err="1"/>
              <a:t>Überblick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den </a:t>
            </a:r>
            <a:r>
              <a:rPr lang="en-US" dirty="0" err="1"/>
              <a:t>weiteren</a:t>
            </a:r>
            <a:r>
              <a:rPr lang="en-US" dirty="0"/>
              <a:t> Plan und </a:t>
            </a:r>
            <a:r>
              <a:rPr lang="en-US" dirty="0" err="1"/>
              <a:t>nächste</a:t>
            </a:r>
            <a:r>
              <a:rPr lang="en-US" dirty="0"/>
              <a:t> </a:t>
            </a:r>
            <a:r>
              <a:rPr lang="en-US" dirty="0" err="1"/>
              <a:t>Schritte</a:t>
            </a:r>
            <a:r>
              <a:rPr lang="en-US" dirty="0"/>
              <a:t>.</a:t>
            </a:r>
          </a:p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AT" dirty="0">
                <a:hlinkClick r:id="rId3"/>
              </a:rPr>
              <a:t>Milestone2</a:t>
            </a:r>
            <a:endParaRPr lang="de-AT" dirty="0"/>
          </a:p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dirty="0"/>
          </a:p>
        </p:txBody>
      </p:sp>
      <p:sp>
        <p:nvSpPr>
          <p:cNvPr id="254" name="Google Shape;254;p6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rgbClr val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rgbClr val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PresentationFormat>Breitbild</PresentationFormat>
  <Paragraphs>40</Paragraphs>
  <Slides>7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 Black</vt:lpstr>
      <vt:lpstr>Noto Sans Symbols</vt:lpstr>
      <vt:lpstr>Arial</vt:lpstr>
      <vt:lpstr>Office</vt:lpstr>
      <vt:lpstr>Release 1 Team 2</vt:lpstr>
      <vt:lpstr>Präsentation Release 1 - Agenda</vt:lpstr>
      <vt:lpstr>UML Klassendiagramme</vt:lpstr>
      <vt:lpstr>Aktueller Stand der Implementierung (inkl. Demo)</vt:lpstr>
      <vt:lpstr>Sprint Retro</vt:lpstr>
      <vt:lpstr>Einsatz von KI </vt:lpstr>
      <vt:lpstr>Planung für Release 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Braeuer, Johannes</dc:creator>
  <cp:lastModifiedBy>Florian Aigner</cp:lastModifiedBy>
  <cp:revision>4</cp:revision>
  <dcterms:created xsi:type="dcterms:W3CDTF">2023-10-26T07:23:11Z</dcterms:created>
  <dcterms:modified xsi:type="dcterms:W3CDTF">2025-04-11T11:15:23Z</dcterms:modified>
</cp:coreProperties>
</file>